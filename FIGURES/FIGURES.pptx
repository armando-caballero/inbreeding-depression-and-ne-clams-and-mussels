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60" r:id="rId2"/>
    <p:sldId id="264" r:id="rId3"/>
    <p:sldId id="263" r:id="rId4"/>
  </p:sldIdLst>
  <p:sldSz cx="6858000" cy="9144000" type="screen4x3"/>
  <p:notesSz cx="6813550" cy="9948863"/>
  <p:defaultTextStyle>
    <a:defPPr>
      <a:defRPr lang="es-ES"/>
    </a:defPPr>
    <a:lvl1pPr algn="l" rtl="0" eaLnBrk="0" fontAlgn="base" hangingPunct="0">
      <a:spcBef>
        <a:spcPct val="50000"/>
      </a:spcBef>
      <a:spcAft>
        <a:spcPct val="0"/>
      </a:spcAft>
      <a:defRPr sz="2400" b="1" kern="1200">
        <a:solidFill>
          <a:srgbClr val="FFFF00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2400" b="1" kern="1200">
        <a:solidFill>
          <a:srgbClr val="FFFF00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2400" b="1" kern="1200">
        <a:solidFill>
          <a:srgbClr val="FFFF00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2400" b="1" kern="1200">
        <a:solidFill>
          <a:srgbClr val="FFFF00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2400" b="1" kern="1200">
        <a:solidFill>
          <a:srgbClr val="FFFF00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b="1" kern="1200">
        <a:solidFill>
          <a:srgbClr val="FFFF00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b="1" kern="1200">
        <a:solidFill>
          <a:srgbClr val="FFFF00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b="1" kern="1200">
        <a:solidFill>
          <a:srgbClr val="FFFF00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b="1" kern="1200">
        <a:solidFill>
          <a:srgbClr val="FFFF00"/>
        </a:solidFill>
        <a:latin typeface="Times New Roman" pitchFamily="18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3300"/>
    <a:srgbClr val="D11FD5"/>
    <a:srgbClr val="DAAFAA"/>
    <a:srgbClr val="003300"/>
    <a:srgbClr val="6666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E3133D-1D84-49F0-B450-394605A91845}" v="12" dt="2026-01-12T09:14:36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8" autoAdjust="0"/>
    <p:restoredTop sz="99824" autoAdjust="0"/>
  </p:normalViewPr>
  <p:slideViewPr>
    <p:cSldViewPr>
      <p:cViewPr varScale="1">
        <p:scale>
          <a:sx n="62" d="100"/>
          <a:sy n="62" d="100"/>
        </p:scale>
        <p:origin x="586" y="4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24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mando Caballero Rúa" userId="b61cc739-162d-461e-9e53-b28bfcedbc75" providerId="ADAL" clId="{4BF8AD75-9D88-480A-9483-5EB5C21543E8}"/>
    <pc:docChg chg="undo custSel modSld">
      <pc:chgData name="Armando Caballero Rúa" userId="b61cc739-162d-461e-9e53-b28bfcedbc75" providerId="ADAL" clId="{4BF8AD75-9D88-480A-9483-5EB5C21543E8}" dt="2026-01-12T09:14:36.729" v="55"/>
      <pc:docMkLst>
        <pc:docMk/>
      </pc:docMkLst>
      <pc:sldChg chg="modSp mod">
        <pc:chgData name="Armando Caballero Rúa" userId="b61cc739-162d-461e-9e53-b28bfcedbc75" providerId="ADAL" clId="{4BF8AD75-9D88-480A-9483-5EB5C21543E8}" dt="2026-01-12T09:14:36.729" v="55"/>
        <pc:sldMkLst>
          <pc:docMk/>
          <pc:sldMk cId="3121889143" sldId="258"/>
        </pc:sldMkLst>
        <pc:spChg chg="mod">
          <ac:chgData name="Armando Caballero Rúa" userId="b61cc739-162d-461e-9e53-b28bfcedbc75" providerId="ADAL" clId="{4BF8AD75-9D88-480A-9483-5EB5C21543E8}" dt="2026-01-12T07:39:27.541" v="3" actId="1076"/>
          <ac:spMkLst>
            <pc:docMk/>
            <pc:sldMk cId="3121889143" sldId="258"/>
            <ac:spMk id="26" creationId="{00000000-0000-0000-0000-000000000000}"/>
          </ac:spMkLst>
        </pc:spChg>
        <pc:spChg chg="mod">
          <ac:chgData name="Armando Caballero Rúa" userId="b61cc739-162d-461e-9e53-b28bfcedbc75" providerId="ADAL" clId="{4BF8AD75-9D88-480A-9483-5EB5C21543E8}" dt="2026-01-12T07:39:49.614" v="38" actId="20577"/>
          <ac:spMkLst>
            <pc:docMk/>
            <pc:sldMk cId="3121889143" sldId="258"/>
            <ac:spMk id="27" creationId="{00000000-0000-0000-0000-000000000000}"/>
          </ac:spMkLst>
        </pc:spChg>
        <pc:graphicFrameChg chg="mod">
          <ac:chgData name="Armando Caballero Rúa" userId="b61cc739-162d-461e-9e53-b28bfcedbc75" providerId="ADAL" clId="{4BF8AD75-9D88-480A-9483-5EB5C21543E8}" dt="2026-01-12T09:14:26.065" v="52"/>
          <ac:graphicFrameMkLst>
            <pc:docMk/>
            <pc:sldMk cId="3121889143" sldId="258"/>
            <ac:graphicFrameMk id="5" creationId="{00000000-0008-0000-0100-000002000000}"/>
          </ac:graphicFrameMkLst>
        </pc:graphicFrameChg>
        <pc:graphicFrameChg chg="mod">
          <ac:chgData name="Armando Caballero Rúa" userId="b61cc739-162d-461e-9e53-b28bfcedbc75" providerId="ADAL" clId="{4BF8AD75-9D88-480A-9483-5EB5C21543E8}" dt="2026-01-12T09:14:22.921" v="51"/>
          <ac:graphicFrameMkLst>
            <pc:docMk/>
            <pc:sldMk cId="3121889143" sldId="258"/>
            <ac:graphicFrameMk id="6" creationId="{00000000-0008-0000-0300-000002000000}"/>
          </ac:graphicFrameMkLst>
        </pc:graphicFrameChg>
        <pc:graphicFrameChg chg="mod">
          <ac:chgData name="Armando Caballero Rúa" userId="b61cc739-162d-461e-9e53-b28bfcedbc75" providerId="ADAL" clId="{4BF8AD75-9D88-480A-9483-5EB5C21543E8}" dt="2026-01-12T09:14:32.713" v="54"/>
          <ac:graphicFrameMkLst>
            <pc:docMk/>
            <pc:sldMk cId="3121889143" sldId="258"/>
            <ac:graphicFrameMk id="8" creationId="{00000000-0008-0000-0600-000002000000}"/>
          </ac:graphicFrameMkLst>
        </pc:graphicFrameChg>
        <pc:graphicFrameChg chg="mod">
          <ac:chgData name="Armando Caballero Rúa" userId="b61cc739-162d-461e-9e53-b28bfcedbc75" providerId="ADAL" clId="{4BF8AD75-9D88-480A-9483-5EB5C21543E8}" dt="2026-01-12T09:14:18.458" v="50"/>
          <ac:graphicFrameMkLst>
            <pc:docMk/>
            <pc:sldMk cId="3121889143" sldId="258"/>
            <ac:graphicFrameMk id="9" creationId="{00000000-0008-0000-0200-000002000000}"/>
          </ac:graphicFrameMkLst>
        </pc:graphicFrameChg>
        <pc:graphicFrameChg chg="mod">
          <ac:chgData name="Armando Caballero Rúa" userId="b61cc739-162d-461e-9e53-b28bfcedbc75" providerId="ADAL" clId="{4BF8AD75-9D88-480A-9483-5EB5C21543E8}" dt="2026-01-12T09:14:29.561" v="53"/>
          <ac:graphicFrameMkLst>
            <pc:docMk/>
            <pc:sldMk cId="3121889143" sldId="258"/>
            <ac:graphicFrameMk id="18" creationId="{00000000-0008-0000-0000-000002000000}"/>
          </ac:graphicFrameMkLst>
        </pc:graphicFrameChg>
        <pc:graphicFrameChg chg="mod">
          <ac:chgData name="Armando Caballero Rúa" userId="b61cc739-162d-461e-9e53-b28bfcedbc75" providerId="ADAL" clId="{4BF8AD75-9D88-480A-9483-5EB5C21543E8}" dt="2026-01-12T09:14:36.729" v="55"/>
          <ac:graphicFrameMkLst>
            <pc:docMk/>
            <pc:sldMk cId="3121889143" sldId="258"/>
            <ac:graphicFrameMk id="19" creationId="{00000000-0008-0000-0400-000002000000}"/>
          </ac:graphicFrameMkLst>
        </pc:graphicFrameChg>
        <pc:cxnChg chg="mod">
          <ac:chgData name="Armando Caballero Rúa" userId="b61cc739-162d-461e-9e53-b28bfcedbc75" providerId="ADAL" clId="{4BF8AD75-9D88-480A-9483-5EB5C21543E8}" dt="2026-01-12T07:40:04.688" v="43" actId="1035"/>
          <ac:cxnSpMkLst>
            <pc:docMk/>
            <pc:sldMk cId="3121889143" sldId="258"/>
            <ac:cxnSpMk id="21" creationId="{00000000-0000-0000-0000-000000000000}"/>
          </ac:cxnSpMkLst>
        </pc:cxnChg>
        <pc:cxnChg chg="mod">
          <ac:chgData name="Armando Caballero Rúa" userId="b61cc739-162d-461e-9e53-b28bfcedbc75" providerId="ADAL" clId="{4BF8AD75-9D88-480A-9483-5EB5C21543E8}" dt="2026-01-12T07:39:41.177" v="22" actId="1037"/>
          <ac:cxnSpMkLst>
            <pc:docMk/>
            <pc:sldMk cId="3121889143" sldId="258"/>
            <ac:cxnSpMk id="22" creationId="{00000000-0000-0000-0000-000000000000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F:\ID_MOLLUSCS\FINAL%20RESULTS\CLAMS\CLAMS_PARENTS_4K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F:\ID_MOLLUSCS\FINAL%20RESULTS\MUSSELS\MUSSELS_MOTHER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F:\ID_MOLLUSCS\FINAL%20RESULTS\CLAMS\CLAMS_PARENTS_4K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F:\ID_MOLLUSCS\FINAL%20RESULTS\MUSSELS\MUSSELS_MOTHER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F:\ID_MOLLUSCS\FINAL%20RESULTS\CLAMS\CLAMS_PARENTS_4K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s-ES" sz="1600" b="1" i="0" u="none" strike="noStrike" baseline="0">
                <a:solidFill>
                  <a:sysClr val="windowText" lastClr="000000"/>
                </a:solidFill>
                <a:effectLst/>
              </a:rPr>
              <a:t>(A) </a:t>
            </a:r>
            <a:r>
              <a:rPr lang="es-ES" sz="1600" b="1" i="1" u="none" strike="noStrike" baseline="0">
                <a:solidFill>
                  <a:sysClr val="windowText" lastClr="000000"/>
                </a:solidFill>
                <a:effectLst/>
              </a:rPr>
              <a:t>Ruditapes philippinarum</a:t>
            </a:r>
            <a:endParaRPr lang="es-ES" sz="1600" b="1" i="1">
              <a:solidFill>
                <a:sysClr val="windowText" lastClr="000000"/>
              </a:solidFill>
            </a:endParaRPr>
          </a:p>
        </c:rich>
      </c:tx>
      <c:layout>
        <c:manualLayout>
          <c:xMode val="edge"/>
          <c:yMode val="edge"/>
          <c:x val="0.28171522309711289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0.21046762904636918"/>
          <c:y val="0.1947914843977836"/>
          <c:w val="0.67977537182852132"/>
          <c:h val="0.52277048702245554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trendline>
            <c:spPr>
              <a:ln w="31750" cap="rnd">
                <a:solidFill>
                  <a:srgbClr val="FF0000"/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'Inbreeding parents clams'!$M$2:$M$87</c:f>
              <c:numCache>
                <c:formatCode>General</c:formatCode>
                <c:ptCount val="86"/>
                <c:pt idx="0">
                  <c:v>-3.506E-3</c:v>
                </c:pt>
                <c:pt idx="1">
                  <c:v>7.3868000000000003E-2</c:v>
                </c:pt>
                <c:pt idx="2">
                  <c:v>5.0209999999999998E-2</c:v>
                </c:pt>
                <c:pt idx="3">
                  <c:v>4.8550000000000003E-2</c:v>
                </c:pt>
                <c:pt idx="4">
                  <c:v>7.6110999999999998E-2</c:v>
                </c:pt>
                <c:pt idx="5">
                  <c:v>-5.0615E-2</c:v>
                </c:pt>
                <c:pt idx="6">
                  <c:v>2.5264999999999999E-2</c:v>
                </c:pt>
                <c:pt idx="7">
                  <c:v>5.7069000000000002E-2</c:v>
                </c:pt>
                <c:pt idx="8">
                  <c:v>7.5239E-2</c:v>
                </c:pt>
                <c:pt idx="9">
                  <c:v>8.1988000000000005E-2</c:v>
                </c:pt>
                <c:pt idx="10">
                  <c:v>3.6008999999999999E-2</c:v>
                </c:pt>
                <c:pt idx="11">
                  <c:v>1.0361E-2</c:v>
                </c:pt>
                <c:pt idx="12">
                  <c:v>3.3397999999999997E-2</c:v>
                </c:pt>
                <c:pt idx="13">
                  <c:v>4.1079999999999997E-3</c:v>
                </c:pt>
                <c:pt idx="14">
                  <c:v>-4.28E-3</c:v>
                </c:pt>
                <c:pt idx="15">
                  <c:v>5.8209999999999998E-2</c:v>
                </c:pt>
                <c:pt idx="16">
                  <c:v>5.9781000000000001E-2</c:v>
                </c:pt>
                <c:pt idx="17">
                  <c:v>4.6309000000000003E-2</c:v>
                </c:pt>
                <c:pt idx="18">
                  <c:v>4.0603E-2</c:v>
                </c:pt>
                <c:pt idx="19">
                  <c:v>4.3715999999999998E-2</c:v>
                </c:pt>
                <c:pt idx="20">
                  <c:v>2.2761E-2</c:v>
                </c:pt>
                <c:pt idx="21">
                  <c:v>9.9270000000000001E-3</c:v>
                </c:pt>
                <c:pt idx="22">
                  <c:v>3.4058999999999999E-2</c:v>
                </c:pt>
                <c:pt idx="23">
                  <c:v>2.8809999999999999E-2</c:v>
                </c:pt>
                <c:pt idx="24">
                  <c:v>4.5182E-2</c:v>
                </c:pt>
                <c:pt idx="25">
                  <c:v>-2.405E-3</c:v>
                </c:pt>
                <c:pt idx="26">
                  <c:v>3.8150999999999997E-2</c:v>
                </c:pt>
                <c:pt idx="27">
                  <c:v>-8.5079999999999999E-3</c:v>
                </c:pt>
                <c:pt idx="28">
                  <c:v>2.845E-2</c:v>
                </c:pt>
                <c:pt idx="29">
                  <c:v>4.1787999999999999E-2</c:v>
                </c:pt>
                <c:pt idx="30">
                  <c:v>-3.4924999999999998E-2</c:v>
                </c:pt>
                <c:pt idx="31">
                  <c:v>6.4011999999999999E-2</c:v>
                </c:pt>
                <c:pt idx="32">
                  <c:v>5.4703000000000002E-2</c:v>
                </c:pt>
                <c:pt idx="33">
                  <c:v>2.5969999999999999E-3</c:v>
                </c:pt>
                <c:pt idx="34">
                  <c:v>6.0472999999999999E-2</c:v>
                </c:pt>
                <c:pt idx="35">
                  <c:v>4.3618999999999998E-2</c:v>
                </c:pt>
                <c:pt idx="36">
                  <c:v>-1.231E-2</c:v>
                </c:pt>
                <c:pt idx="37">
                  <c:v>-2.3195E-2</c:v>
                </c:pt>
                <c:pt idx="38">
                  <c:v>2.2683999999999999E-2</c:v>
                </c:pt>
                <c:pt idx="39">
                  <c:v>2.8518999999999999E-2</c:v>
                </c:pt>
                <c:pt idx="40">
                  <c:v>5.4627000000000002E-2</c:v>
                </c:pt>
                <c:pt idx="41">
                  <c:v>3.2807999999999997E-2</c:v>
                </c:pt>
                <c:pt idx="42">
                  <c:v>4.6455999999999997E-2</c:v>
                </c:pt>
                <c:pt idx="43">
                  <c:v>8.3929999999999994E-3</c:v>
                </c:pt>
                <c:pt idx="44">
                  <c:v>-3.2795999999999999E-2</c:v>
                </c:pt>
                <c:pt idx="45">
                  <c:v>6.5534999999999996E-2</c:v>
                </c:pt>
                <c:pt idx="46">
                  <c:v>4.8725999999999998E-2</c:v>
                </c:pt>
                <c:pt idx="47">
                  <c:v>2.9079000000000001E-2</c:v>
                </c:pt>
                <c:pt idx="48">
                  <c:v>3.6470000000000002E-2</c:v>
                </c:pt>
                <c:pt idx="49">
                  <c:v>-5.241E-3</c:v>
                </c:pt>
                <c:pt idx="50">
                  <c:v>9.4783000000000006E-2</c:v>
                </c:pt>
                <c:pt idx="51">
                  <c:v>4.1978000000000001E-2</c:v>
                </c:pt>
                <c:pt idx="52">
                  <c:v>8.3700999999999998E-2</c:v>
                </c:pt>
                <c:pt idx="53">
                  <c:v>3.9510000000000003E-2</c:v>
                </c:pt>
                <c:pt idx="54">
                  <c:v>3.9649999999999998E-2</c:v>
                </c:pt>
                <c:pt idx="55">
                  <c:v>6.9248000000000004E-2</c:v>
                </c:pt>
                <c:pt idx="56">
                  <c:v>5.3572000000000002E-2</c:v>
                </c:pt>
                <c:pt idx="57">
                  <c:v>3.6739000000000001E-2</c:v>
                </c:pt>
                <c:pt idx="58">
                  <c:v>5.4754999999999998E-2</c:v>
                </c:pt>
                <c:pt idx="59">
                  <c:v>6.7171999999999996E-2</c:v>
                </c:pt>
                <c:pt idx="60">
                  <c:v>1.6004999999999998E-2</c:v>
                </c:pt>
                <c:pt idx="61">
                  <c:v>5.5389000000000001E-2</c:v>
                </c:pt>
                <c:pt idx="62">
                  <c:v>3.2661000000000003E-2</c:v>
                </c:pt>
                <c:pt idx="63">
                  <c:v>5.6009000000000003E-2</c:v>
                </c:pt>
                <c:pt idx="64">
                  <c:v>3.0640000000000001E-2</c:v>
                </c:pt>
                <c:pt idx="65">
                  <c:v>4.4865000000000002E-2</c:v>
                </c:pt>
                <c:pt idx="66">
                  <c:v>4.8495999999999997E-2</c:v>
                </c:pt>
                <c:pt idx="67">
                  <c:v>2.4251000000000002E-2</c:v>
                </c:pt>
                <c:pt idx="68">
                  <c:v>4.2154999999999998E-2</c:v>
                </c:pt>
                <c:pt idx="69">
                  <c:v>6.3949000000000006E-2</c:v>
                </c:pt>
                <c:pt idx="70">
                  <c:v>1.5030999999999999E-2</c:v>
                </c:pt>
                <c:pt idx="71">
                  <c:v>1.8870999999999999E-2</c:v>
                </c:pt>
                <c:pt idx="72">
                  <c:v>1.9241999999999999E-2</c:v>
                </c:pt>
                <c:pt idx="73">
                  <c:v>2.2589999999999999E-2</c:v>
                </c:pt>
                <c:pt idx="74">
                  <c:v>3.1130999999999999E-2</c:v>
                </c:pt>
                <c:pt idx="75">
                  <c:v>3.8386000000000003E-2</c:v>
                </c:pt>
                <c:pt idx="76">
                  <c:v>3.2615999999999999E-2</c:v>
                </c:pt>
                <c:pt idx="77">
                  <c:v>1.0436000000000001E-2</c:v>
                </c:pt>
                <c:pt idx="78">
                  <c:v>4.0391999999999997E-2</c:v>
                </c:pt>
                <c:pt idx="79">
                  <c:v>2.2093000000000002E-2</c:v>
                </c:pt>
                <c:pt idx="80">
                  <c:v>3.1461999999999997E-2</c:v>
                </c:pt>
                <c:pt idx="81">
                  <c:v>3.0511E-2</c:v>
                </c:pt>
                <c:pt idx="82">
                  <c:v>2.6616000000000001E-2</c:v>
                </c:pt>
                <c:pt idx="83">
                  <c:v>6.4321000000000003E-2</c:v>
                </c:pt>
                <c:pt idx="84">
                  <c:v>7.8711000000000003E-2</c:v>
                </c:pt>
                <c:pt idx="85">
                  <c:v>7.0677000000000004E-2</c:v>
                </c:pt>
              </c:numCache>
            </c:numRef>
          </c:xVal>
          <c:yVal>
            <c:numRef>
              <c:f>'Inbreeding parents clams'!$E$2:$E$87</c:f>
              <c:numCache>
                <c:formatCode>General</c:formatCode>
                <c:ptCount val="86"/>
                <c:pt idx="0">
                  <c:v>39.049999999999997</c:v>
                </c:pt>
                <c:pt idx="1">
                  <c:v>35.32</c:v>
                </c:pt>
                <c:pt idx="2">
                  <c:v>40.1</c:v>
                </c:pt>
                <c:pt idx="3">
                  <c:v>35.94</c:v>
                </c:pt>
                <c:pt idx="4">
                  <c:v>39.08</c:v>
                </c:pt>
                <c:pt idx="5">
                  <c:v>38.520000000000003</c:v>
                </c:pt>
                <c:pt idx="6">
                  <c:v>40.39</c:v>
                </c:pt>
                <c:pt idx="7">
                  <c:v>36.85</c:v>
                </c:pt>
                <c:pt idx="8">
                  <c:v>38.74</c:v>
                </c:pt>
                <c:pt idx="9">
                  <c:v>37.28</c:v>
                </c:pt>
                <c:pt idx="10">
                  <c:v>40.06</c:v>
                </c:pt>
                <c:pt idx="11">
                  <c:v>38.64</c:v>
                </c:pt>
                <c:pt idx="12">
                  <c:v>36.56</c:v>
                </c:pt>
                <c:pt idx="13">
                  <c:v>37.659999999999997</c:v>
                </c:pt>
                <c:pt idx="14">
                  <c:v>39.69</c:v>
                </c:pt>
                <c:pt idx="15">
                  <c:v>39.130000000000003</c:v>
                </c:pt>
                <c:pt idx="16">
                  <c:v>39.33</c:v>
                </c:pt>
                <c:pt idx="17">
                  <c:v>36.25</c:v>
                </c:pt>
                <c:pt idx="18">
                  <c:v>37.94</c:v>
                </c:pt>
                <c:pt idx="19">
                  <c:v>37.47</c:v>
                </c:pt>
                <c:pt idx="20">
                  <c:v>35.979999999999997</c:v>
                </c:pt>
                <c:pt idx="21">
                  <c:v>37.75</c:v>
                </c:pt>
                <c:pt idx="22">
                  <c:v>34.35</c:v>
                </c:pt>
                <c:pt idx="23">
                  <c:v>39.549999999999997</c:v>
                </c:pt>
                <c:pt idx="24">
                  <c:v>40.17</c:v>
                </c:pt>
                <c:pt idx="25">
                  <c:v>38.549999999999997</c:v>
                </c:pt>
                <c:pt idx="26">
                  <c:v>40.6</c:v>
                </c:pt>
                <c:pt idx="27">
                  <c:v>44.66</c:v>
                </c:pt>
                <c:pt idx="28">
                  <c:v>39.61</c:v>
                </c:pt>
                <c:pt idx="29">
                  <c:v>41.72</c:v>
                </c:pt>
                <c:pt idx="30">
                  <c:v>38.04</c:v>
                </c:pt>
                <c:pt idx="31">
                  <c:v>39.020000000000003</c:v>
                </c:pt>
                <c:pt idx="32">
                  <c:v>37.06</c:v>
                </c:pt>
                <c:pt idx="33">
                  <c:v>39.08</c:v>
                </c:pt>
                <c:pt idx="34">
                  <c:v>36.57</c:v>
                </c:pt>
                <c:pt idx="35">
                  <c:v>36.21</c:v>
                </c:pt>
                <c:pt idx="36">
                  <c:v>40.44</c:v>
                </c:pt>
                <c:pt idx="37">
                  <c:v>37.49</c:v>
                </c:pt>
                <c:pt idx="38">
                  <c:v>35.79</c:v>
                </c:pt>
                <c:pt idx="39">
                  <c:v>36.81</c:v>
                </c:pt>
                <c:pt idx="40">
                  <c:v>35.61</c:v>
                </c:pt>
                <c:pt idx="41">
                  <c:v>34.46</c:v>
                </c:pt>
                <c:pt idx="42">
                  <c:v>40.56</c:v>
                </c:pt>
                <c:pt idx="43">
                  <c:v>36.86</c:v>
                </c:pt>
                <c:pt idx="44">
                  <c:v>41.3</c:v>
                </c:pt>
                <c:pt idx="45">
                  <c:v>41.22</c:v>
                </c:pt>
                <c:pt idx="46">
                  <c:v>35.130000000000003</c:v>
                </c:pt>
                <c:pt idx="47">
                  <c:v>40.96</c:v>
                </c:pt>
                <c:pt idx="48">
                  <c:v>38.08</c:v>
                </c:pt>
                <c:pt idx="49">
                  <c:v>40.71</c:v>
                </c:pt>
                <c:pt idx="50">
                  <c:v>39.729999999999997</c:v>
                </c:pt>
                <c:pt idx="51">
                  <c:v>36.1</c:v>
                </c:pt>
                <c:pt idx="52">
                  <c:v>38.950000000000003</c:v>
                </c:pt>
                <c:pt idx="53">
                  <c:v>35</c:v>
                </c:pt>
                <c:pt idx="54">
                  <c:v>35.380000000000003</c:v>
                </c:pt>
                <c:pt idx="55">
                  <c:v>38.51</c:v>
                </c:pt>
                <c:pt idx="56">
                  <c:v>33.96</c:v>
                </c:pt>
                <c:pt idx="57">
                  <c:v>35.590000000000003</c:v>
                </c:pt>
                <c:pt idx="58">
                  <c:v>38.82</c:v>
                </c:pt>
                <c:pt idx="59">
                  <c:v>34.26</c:v>
                </c:pt>
                <c:pt idx="60">
                  <c:v>38.86</c:v>
                </c:pt>
                <c:pt idx="61">
                  <c:v>37.840000000000003</c:v>
                </c:pt>
                <c:pt idx="62">
                  <c:v>34.67</c:v>
                </c:pt>
                <c:pt idx="63">
                  <c:v>38.97</c:v>
                </c:pt>
                <c:pt idx="64">
                  <c:v>36.130000000000003</c:v>
                </c:pt>
                <c:pt idx="65">
                  <c:v>35.659999999999997</c:v>
                </c:pt>
                <c:pt idx="66">
                  <c:v>40.68</c:v>
                </c:pt>
                <c:pt idx="67">
                  <c:v>39.6</c:v>
                </c:pt>
                <c:pt idx="68">
                  <c:v>40.61</c:v>
                </c:pt>
                <c:pt idx="69">
                  <c:v>38.22</c:v>
                </c:pt>
                <c:pt idx="70">
                  <c:v>40.19</c:v>
                </c:pt>
                <c:pt idx="71">
                  <c:v>37.29</c:v>
                </c:pt>
                <c:pt idx="72">
                  <c:v>39.85</c:v>
                </c:pt>
                <c:pt idx="73">
                  <c:v>42.54</c:v>
                </c:pt>
                <c:pt idx="74">
                  <c:v>37.479999999999997</c:v>
                </c:pt>
                <c:pt idx="75">
                  <c:v>37.82</c:v>
                </c:pt>
                <c:pt idx="76">
                  <c:v>33.44</c:v>
                </c:pt>
                <c:pt idx="77">
                  <c:v>37.020000000000003</c:v>
                </c:pt>
                <c:pt idx="78">
                  <c:v>38.04</c:v>
                </c:pt>
                <c:pt idx="79">
                  <c:v>37.229999999999997</c:v>
                </c:pt>
                <c:pt idx="80">
                  <c:v>34.86</c:v>
                </c:pt>
                <c:pt idx="81">
                  <c:v>42.07</c:v>
                </c:pt>
                <c:pt idx="82">
                  <c:v>37.700000000000003</c:v>
                </c:pt>
                <c:pt idx="83">
                  <c:v>35.79</c:v>
                </c:pt>
                <c:pt idx="84">
                  <c:v>35.92</c:v>
                </c:pt>
                <c:pt idx="85">
                  <c:v>36.25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A05-4415-AC19-A4ADC81464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8062240"/>
        <c:axId val="498062656"/>
      </c:scatterChart>
      <c:valAx>
        <c:axId val="498062240"/>
        <c:scaling>
          <c:orientation val="minMax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sz="1800" b="1" i="1" baseline="0">
                    <a:solidFill>
                      <a:sysClr val="windowText" lastClr="000000"/>
                    </a:solidFill>
                  </a:rPr>
                  <a:t>F</a:t>
                </a:r>
                <a:endParaRPr lang="es-ES" sz="1800" b="1" i="1" baseline="-25000">
                  <a:solidFill>
                    <a:sysClr val="windowText" lastClr="000000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498062656"/>
        <c:crossesAt val="-0.25"/>
        <c:crossBetween val="midCat"/>
        <c:majorUnit val="2.5000000000000005E-2"/>
      </c:valAx>
      <c:valAx>
        <c:axId val="498062656"/>
        <c:scaling>
          <c:orientation val="minMax"/>
          <c:max val="45"/>
          <c:min val="3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sz="1400" b="1">
                    <a:solidFill>
                      <a:sysClr val="windowText" lastClr="000000"/>
                    </a:solidFill>
                  </a:rPr>
                  <a:t>Length </a:t>
                </a:r>
              </a:p>
            </c:rich>
          </c:tx>
          <c:layout>
            <c:manualLayout>
              <c:xMode val="edge"/>
              <c:yMode val="edge"/>
              <c:x val="3.6111111111111108E-2"/>
              <c:y val="0.3511071011956838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498062240"/>
        <c:crossesAt val="-0.25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s-ES" sz="1600" b="1" i="0" u="none" strike="noStrike" baseline="0">
                <a:solidFill>
                  <a:sysClr val="windowText" lastClr="000000"/>
                </a:solidFill>
                <a:effectLst/>
              </a:rPr>
              <a:t>(B) </a:t>
            </a:r>
            <a:r>
              <a:rPr lang="es-ES" sz="1600" b="1" i="1" u="none" strike="noStrike" baseline="0">
                <a:solidFill>
                  <a:sysClr val="windowText" lastClr="000000"/>
                </a:solidFill>
                <a:effectLst/>
              </a:rPr>
              <a:t>Mytillus galloprovincialis</a:t>
            </a:r>
            <a:endParaRPr lang="es-ES" sz="1600" b="1" i="1">
              <a:solidFill>
                <a:sysClr val="windowText" lastClr="000000"/>
              </a:solidFill>
            </a:endParaRPr>
          </a:p>
        </c:rich>
      </c:tx>
      <c:layout>
        <c:manualLayout>
          <c:xMode val="edge"/>
          <c:yMode val="edge"/>
          <c:x val="0.28171522309711289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0.21046762904636918"/>
          <c:y val="0.1947914843977836"/>
          <c:w val="0.67977537182852132"/>
          <c:h val="0.52277048702245554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trendline>
            <c:spPr>
              <a:ln w="31750" cap="rnd">
                <a:solidFill>
                  <a:srgbClr val="FF0000"/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'Inbreeding mothers mussels'!$D$2:$D$27</c:f>
              <c:numCache>
                <c:formatCode>General</c:formatCode>
                <c:ptCount val="26"/>
                <c:pt idx="0">
                  <c:v>7.5025999999999995E-2</c:v>
                </c:pt>
                <c:pt idx="1">
                  <c:v>3.4667999999999997E-2</c:v>
                </c:pt>
                <c:pt idx="2">
                  <c:v>-0.21105599999999999</c:v>
                </c:pt>
                <c:pt idx="3">
                  <c:v>8.7770000000000001E-3</c:v>
                </c:pt>
                <c:pt idx="4">
                  <c:v>4.8469999999999999E-2</c:v>
                </c:pt>
                <c:pt idx="5">
                  <c:v>7.5398999999999994E-2</c:v>
                </c:pt>
                <c:pt idx="6">
                  <c:v>-4.6455999999999997E-2</c:v>
                </c:pt>
                <c:pt idx="7">
                  <c:v>-5.2576999999999999E-2</c:v>
                </c:pt>
                <c:pt idx="8">
                  <c:v>-8.7790999999999994E-2</c:v>
                </c:pt>
                <c:pt idx="9">
                  <c:v>3.0783999999999999E-2</c:v>
                </c:pt>
                <c:pt idx="10">
                  <c:v>-8.7852E-2</c:v>
                </c:pt>
                <c:pt idx="11">
                  <c:v>1.0184E-2</c:v>
                </c:pt>
                <c:pt idx="12">
                  <c:v>3.1074000000000001E-2</c:v>
                </c:pt>
                <c:pt idx="13">
                  <c:v>-9.1599E-2</c:v>
                </c:pt>
                <c:pt idx="14">
                  <c:v>4.6537000000000002E-2</c:v>
                </c:pt>
                <c:pt idx="15">
                  <c:v>-4.4430999999999998E-2</c:v>
                </c:pt>
                <c:pt idx="16">
                  <c:v>1.6114E-2</c:v>
                </c:pt>
                <c:pt idx="17">
                  <c:v>-7.8186000000000005E-2</c:v>
                </c:pt>
                <c:pt idx="18">
                  <c:v>2.0594000000000001E-2</c:v>
                </c:pt>
                <c:pt idx="19">
                  <c:v>5.2830000000000002E-2</c:v>
                </c:pt>
                <c:pt idx="20">
                  <c:v>-4.4087000000000001E-2</c:v>
                </c:pt>
                <c:pt idx="21">
                  <c:v>-5.2986999999999999E-2</c:v>
                </c:pt>
                <c:pt idx="22">
                  <c:v>-1.0640999999999999E-2</c:v>
                </c:pt>
                <c:pt idx="23">
                  <c:v>1.1453E-2</c:v>
                </c:pt>
                <c:pt idx="24">
                  <c:v>-0.13281000000000001</c:v>
                </c:pt>
                <c:pt idx="25">
                  <c:v>3.5853000000000003E-2</c:v>
                </c:pt>
              </c:numCache>
            </c:numRef>
          </c:xVal>
          <c:yVal>
            <c:numRef>
              <c:f>'Inbreeding mothers mussels'!$C$2:$C$27</c:f>
              <c:numCache>
                <c:formatCode>0.0</c:formatCode>
                <c:ptCount val="26"/>
                <c:pt idx="0">
                  <c:v>73.38</c:v>
                </c:pt>
                <c:pt idx="1">
                  <c:v>66.06</c:v>
                </c:pt>
                <c:pt idx="2">
                  <c:v>85.09</c:v>
                </c:pt>
                <c:pt idx="3">
                  <c:v>86.08</c:v>
                </c:pt>
                <c:pt idx="4">
                  <c:v>74.98</c:v>
                </c:pt>
                <c:pt idx="5">
                  <c:v>73.8</c:v>
                </c:pt>
                <c:pt idx="6">
                  <c:v>76.77</c:v>
                </c:pt>
                <c:pt idx="7">
                  <c:v>77.89</c:v>
                </c:pt>
                <c:pt idx="8">
                  <c:v>84.52</c:v>
                </c:pt>
                <c:pt idx="9">
                  <c:v>69.489999999999995</c:v>
                </c:pt>
                <c:pt idx="10">
                  <c:v>72.989999999999995</c:v>
                </c:pt>
                <c:pt idx="11">
                  <c:v>70.48</c:v>
                </c:pt>
                <c:pt idx="12">
                  <c:v>73.180000000000007</c:v>
                </c:pt>
                <c:pt idx="13">
                  <c:v>96.38</c:v>
                </c:pt>
                <c:pt idx="14">
                  <c:v>65.83</c:v>
                </c:pt>
                <c:pt idx="15">
                  <c:v>76.08</c:v>
                </c:pt>
                <c:pt idx="16">
                  <c:v>83.34</c:v>
                </c:pt>
                <c:pt idx="17">
                  <c:v>69.55</c:v>
                </c:pt>
                <c:pt idx="18">
                  <c:v>78.319999999999993</c:v>
                </c:pt>
                <c:pt idx="19">
                  <c:v>56.22</c:v>
                </c:pt>
                <c:pt idx="20">
                  <c:v>80.97</c:v>
                </c:pt>
                <c:pt idx="21">
                  <c:v>77.75</c:v>
                </c:pt>
                <c:pt idx="22">
                  <c:v>75.17</c:v>
                </c:pt>
                <c:pt idx="23">
                  <c:v>64.64</c:v>
                </c:pt>
                <c:pt idx="24">
                  <c:v>72.010000000000005</c:v>
                </c:pt>
                <c:pt idx="25">
                  <c:v>78.95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CE6-4277-B81D-2565D96C38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8062240"/>
        <c:axId val="498062656"/>
      </c:scatterChart>
      <c:valAx>
        <c:axId val="498062240"/>
        <c:scaling>
          <c:orientation val="minMax"/>
          <c:max val="0.15500000000000003"/>
          <c:min val="-0.25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sz="1800" b="1" i="1" baseline="0">
                    <a:solidFill>
                      <a:sysClr val="windowText" lastClr="000000"/>
                    </a:solidFill>
                  </a:rPr>
                  <a:t>F</a:t>
                </a:r>
                <a:endParaRPr lang="es-ES" sz="1800" b="1" i="1" baseline="-25000">
                  <a:solidFill>
                    <a:sysClr val="windowText" lastClr="000000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498062656"/>
        <c:crossesAt val="-0.25"/>
        <c:crossBetween val="midCat"/>
        <c:majorUnit val="0.1"/>
      </c:valAx>
      <c:valAx>
        <c:axId val="498062656"/>
        <c:scaling>
          <c:orientation val="minMax"/>
          <c:min val="5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sz="1400" b="1">
                    <a:solidFill>
                      <a:sysClr val="windowText" lastClr="000000"/>
                    </a:solidFill>
                  </a:rPr>
                  <a:t>Length </a:t>
                </a:r>
              </a:p>
            </c:rich>
          </c:tx>
          <c:layout>
            <c:manualLayout>
              <c:xMode val="edge"/>
              <c:yMode val="edge"/>
              <c:x val="3.6111111111111108E-2"/>
              <c:y val="0.3511071011956838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498062240"/>
        <c:crossesAt val="-0.25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s-ES" sz="1600" b="1" i="0" baseline="0">
                <a:effectLst/>
              </a:rPr>
              <a:t>(A)</a:t>
            </a:r>
            <a:r>
              <a:rPr lang="es-ES" sz="1600" b="1" i="1" baseline="0">
                <a:effectLst/>
              </a:rPr>
              <a:t> Ruditapes philippinarum</a:t>
            </a:r>
            <a:endParaRPr lang="es-ES" sz="1600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0.21460802524945341"/>
          <c:y val="0.20611111111111111"/>
          <c:w val="0.736175716474747"/>
          <c:h val="0.4888338436862059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'Inbreeding parents clams'!$P$4:$P$10</c:f>
              <c:strCache>
                <c:ptCount val="7"/>
                <c:pt idx="0">
                  <c:v>-0.05</c:v>
                </c:pt>
                <c:pt idx="1">
                  <c:v>-0.025</c:v>
                </c:pt>
                <c:pt idx="2">
                  <c:v>0</c:v>
                </c:pt>
                <c:pt idx="3">
                  <c:v>0.025</c:v>
                </c:pt>
                <c:pt idx="4">
                  <c:v>0.05</c:v>
                </c:pt>
                <c:pt idx="5">
                  <c:v>0.075</c:v>
                </c:pt>
                <c:pt idx="6">
                  <c:v>0.1</c:v>
                </c:pt>
              </c:strCache>
            </c:strRef>
          </c:cat>
          <c:val>
            <c:numRef>
              <c:f>'Inbreeding parents clams'!$R$4:$R$10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7</c:v>
                </c:pt>
                <c:pt idx="3">
                  <c:v>15</c:v>
                </c:pt>
                <c:pt idx="4">
                  <c:v>36</c:v>
                </c:pt>
                <c:pt idx="5">
                  <c:v>19</c:v>
                </c:pt>
                <c:pt idx="6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B6-48CA-AFF0-5E894D15C1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overlap val="-15"/>
        <c:axId val="1933313424"/>
        <c:axId val="1933308848"/>
      </c:barChart>
      <c:catAx>
        <c:axId val="19333134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sz="1800" b="1" i="1">
                    <a:solidFill>
                      <a:sysClr val="windowText" lastClr="000000"/>
                    </a:solidFill>
                  </a:rPr>
                  <a:t>F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933308848"/>
        <c:crosses val="autoZero"/>
        <c:auto val="1"/>
        <c:lblAlgn val="ctr"/>
        <c:lblOffset val="100"/>
        <c:noMultiLvlLbl val="0"/>
      </c:catAx>
      <c:valAx>
        <c:axId val="193330884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sz="1400" b="1">
                    <a:solidFill>
                      <a:sysClr val="windowText" lastClr="000000"/>
                    </a:solidFill>
                  </a:rPr>
                  <a:t>Frequency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58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933313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s-ES" sz="1600" b="1" i="0" baseline="0">
                <a:effectLst/>
              </a:rPr>
              <a:t>(B) </a:t>
            </a:r>
            <a:r>
              <a:rPr lang="es-ES" sz="1600" b="1" i="1" baseline="0">
                <a:effectLst/>
              </a:rPr>
              <a:t>Mytillus galloprovincialis</a:t>
            </a:r>
            <a:endParaRPr lang="es-ES" sz="1600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0.21460802524945341"/>
          <c:y val="0.20611111111111111"/>
          <c:w val="0.736175716474747"/>
          <c:h val="0.4888338436862059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'Inbreeding mothers mussels'!$G$3:$G$8</c:f>
              <c:strCache>
                <c:ptCount val="6"/>
                <c:pt idx="0">
                  <c:v>-0.15</c:v>
                </c:pt>
                <c:pt idx="1">
                  <c:v>-0.10</c:v>
                </c:pt>
                <c:pt idx="2">
                  <c:v>-0.05</c:v>
                </c:pt>
                <c:pt idx="3">
                  <c:v>0.00</c:v>
                </c:pt>
                <c:pt idx="4">
                  <c:v>0.05</c:v>
                </c:pt>
                <c:pt idx="5">
                  <c:v>0.1</c:v>
                </c:pt>
              </c:strCache>
            </c:strRef>
          </c:cat>
          <c:val>
            <c:numRef>
              <c:f>'Inbreeding mothers mussels'!$I$3:$I$8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6</c:v>
                </c:pt>
                <c:pt idx="3">
                  <c:v>4</c:v>
                </c:pt>
                <c:pt idx="4">
                  <c:v>11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9D-4627-ABDB-E94E973295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overlap val="-15"/>
        <c:axId val="1933313424"/>
        <c:axId val="1933308848"/>
      </c:barChart>
      <c:catAx>
        <c:axId val="19333134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sz="1800" b="1" i="1">
                    <a:solidFill>
                      <a:sysClr val="windowText" lastClr="000000"/>
                    </a:solidFill>
                  </a:rPr>
                  <a:t>F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933308848"/>
        <c:crosses val="autoZero"/>
        <c:auto val="1"/>
        <c:lblAlgn val="ctr"/>
        <c:lblOffset val="100"/>
        <c:noMultiLvlLbl val="0"/>
      </c:catAx>
      <c:valAx>
        <c:axId val="193330884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sz="1400" b="1">
                    <a:solidFill>
                      <a:sysClr val="windowText" lastClr="000000"/>
                    </a:solidFill>
                  </a:rPr>
                  <a:t>Frequency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58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933313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1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s-ES" sz="2000" b="1" i="1" baseline="0">
                <a:solidFill>
                  <a:sysClr val="windowText" lastClr="000000"/>
                </a:solidFill>
                <a:effectLst/>
              </a:rPr>
              <a:t>Ruditapes philippinarum</a:t>
            </a:r>
            <a:endParaRPr lang="es-ES" sz="2000">
              <a:solidFill>
                <a:sysClr val="windowText" lastClr="000000"/>
              </a:solidFill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1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0.13826465805924079"/>
          <c:y val="0.13740740740740739"/>
          <c:w val="0.69000921392860504"/>
          <c:h val="0.67430057353941864"/>
        </c:manualLayout>
      </c:layout>
      <c:scatterChart>
        <c:scatterStyle val="lineMarker"/>
        <c:varyColors val="0"/>
        <c:ser>
          <c:idx val="0"/>
          <c:order val="0"/>
          <c:tx>
            <c:v>females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trendline>
            <c:spPr>
              <a:ln w="25400" cap="rnd">
                <a:solidFill>
                  <a:schemeClr val="accent1"/>
                </a:solidFill>
                <a:prstDash val="solid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11888437399546221"/>
                  <c:y val="-0.29343686205890929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600" b="1" i="0" u="none" strike="noStrike" kern="1200" baseline="0">
                      <a:solidFill>
                        <a:srgbClr val="0070C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</c:trendlineLbl>
          </c:trendline>
          <c:xVal>
            <c:numRef>
              <c:f>DATOS!#REF!</c:f>
            </c:numRef>
          </c:xVal>
          <c:yVal>
            <c:numRef>
              <c:f>'Inbreeding parents clams'!$F$2:$F$45</c:f>
            </c:numRef>
          </c:yVal>
          <c:smooth val="0"/>
          <c:extLst>
            <c:ext xmlns:c16="http://schemas.microsoft.com/office/drawing/2014/chart" uri="{C3380CC4-5D6E-409C-BE32-E72D297353CC}">
              <c16:uniqueId val="{00000000-95CD-4759-A67A-8AA89C12FA93}"/>
            </c:ext>
          </c:extLst>
        </c:ser>
        <c:ser>
          <c:idx val="1"/>
          <c:order val="1"/>
          <c:tx>
            <c:v>males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trendline>
            <c:spPr>
              <a:ln w="25400" cap="rnd">
                <a:solidFill>
                  <a:srgbClr val="FF0000"/>
                </a:solidFill>
                <a:prstDash val="solid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0.24862696265226061"/>
                  <c:y val="-0.33817658209390494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6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</c:trendlineLbl>
          </c:trendline>
          <c:xVal>
            <c:numRef>
              <c:f>DATOS!#REF!</c:f>
            </c:numRef>
          </c:xVal>
          <c:yVal>
            <c:numRef>
              <c:f>'Inbreeding parents clams'!$F$46:$F$87</c:f>
            </c:numRef>
          </c:yVal>
          <c:smooth val="0"/>
          <c:extLst>
            <c:ext xmlns:c16="http://schemas.microsoft.com/office/drawing/2014/chart" uri="{C3380CC4-5D6E-409C-BE32-E72D297353CC}">
              <c16:uniqueId val="{00000001-95CD-4759-A67A-8AA89C12FA93}"/>
            </c:ext>
          </c:extLst>
        </c:ser>
        <c:ser>
          <c:idx val="2"/>
          <c:order val="2"/>
          <c:tx>
            <c:v>Females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trendline>
            <c:spPr>
              <a:ln w="31750" cap="rnd">
                <a:solidFill>
                  <a:srgbClr val="FF0000"/>
                </a:solidFill>
                <a:prstDash val="solid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7.1188629233459533E-2"/>
                  <c:y val="-0.3656408573928259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</c:trendlineLbl>
          </c:trendline>
          <c:xVal>
            <c:numRef>
              <c:f>'Inbreeding parents clams'!$M$2:$M$45</c:f>
              <c:numCache>
                <c:formatCode>General</c:formatCode>
                <c:ptCount val="44"/>
                <c:pt idx="0">
                  <c:v>-3.506E-3</c:v>
                </c:pt>
                <c:pt idx="1">
                  <c:v>7.3868000000000003E-2</c:v>
                </c:pt>
                <c:pt idx="2">
                  <c:v>5.0209999999999998E-2</c:v>
                </c:pt>
                <c:pt idx="3">
                  <c:v>4.8550000000000003E-2</c:v>
                </c:pt>
                <c:pt idx="4">
                  <c:v>7.6110999999999998E-2</c:v>
                </c:pt>
                <c:pt idx="5">
                  <c:v>-5.0615E-2</c:v>
                </c:pt>
                <c:pt idx="6">
                  <c:v>2.5264999999999999E-2</c:v>
                </c:pt>
                <c:pt idx="7">
                  <c:v>5.7069000000000002E-2</c:v>
                </c:pt>
                <c:pt idx="8">
                  <c:v>7.5239E-2</c:v>
                </c:pt>
                <c:pt idx="9">
                  <c:v>8.1988000000000005E-2</c:v>
                </c:pt>
                <c:pt idx="10">
                  <c:v>3.6008999999999999E-2</c:v>
                </c:pt>
                <c:pt idx="11">
                  <c:v>1.0361E-2</c:v>
                </c:pt>
                <c:pt idx="12">
                  <c:v>3.3397999999999997E-2</c:v>
                </c:pt>
                <c:pt idx="13">
                  <c:v>4.1079999999999997E-3</c:v>
                </c:pt>
                <c:pt idx="14">
                  <c:v>-4.28E-3</c:v>
                </c:pt>
                <c:pt idx="15">
                  <c:v>5.8209999999999998E-2</c:v>
                </c:pt>
                <c:pt idx="16">
                  <c:v>5.9781000000000001E-2</c:v>
                </c:pt>
                <c:pt idx="17">
                  <c:v>4.6309000000000003E-2</c:v>
                </c:pt>
                <c:pt idx="18">
                  <c:v>4.0603E-2</c:v>
                </c:pt>
                <c:pt idx="19">
                  <c:v>4.3715999999999998E-2</c:v>
                </c:pt>
                <c:pt idx="20">
                  <c:v>2.2761E-2</c:v>
                </c:pt>
                <c:pt idx="21">
                  <c:v>9.9270000000000001E-3</c:v>
                </c:pt>
                <c:pt idx="22">
                  <c:v>3.4058999999999999E-2</c:v>
                </c:pt>
                <c:pt idx="23">
                  <c:v>2.8809999999999999E-2</c:v>
                </c:pt>
                <c:pt idx="24">
                  <c:v>4.5182E-2</c:v>
                </c:pt>
                <c:pt idx="25">
                  <c:v>-2.405E-3</c:v>
                </c:pt>
                <c:pt idx="26">
                  <c:v>3.8150999999999997E-2</c:v>
                </c:pt>
                <c:pt idx="27">
                  <c:v>-8.5079999999999999E-3</c:v>
                </c:pt>
                <c:pt idx="28">
                  <c:v>2.845E-2</c:v>
                </c:pt>
                <c:pt idx="29">
                  <c:v>4.1787999999999999E-2</c:v>
                </c:pt>
                <c:pt idx="30">
                  <c:v>-3.4924999999999998E-2</c:v>
                </c:pt>
                <c:pt idx="31">
                  <c:v>6.4011999999999999E-2</c:v>
                </c:pt>
                <c:pt idx="32">
                  <c:v>5.4703000000000002E-2</c:v>
                </c:pt>
                <c:pt idx="33">
                  <c:v>2.5969999999999999E-3</c:v>
                </c:pt>
                <c:pt idx="34">
                  <c:v>6.0472999999999999E-2</c:v>
                </c:pt>
                <c:pt idx="35">
                  <c:v>4.3618999999999998E-2</c:v>
                </c:pt>
                <c:pt idx="36">
                  <c:v>-1.231E-2</c:v>
                </c:pt>
                <c:pt idx="37">
                  <c:v>-2.3195E-2</c:v>
                </c:pt>
                <c:pt idx="38">
                  <c:v>2.2683999999999999E-2</c:v>
                </c:pt>
                <c:pt idx="39">
                  <c:v>2.8518999999999999E-2</c:v>
                </c:pt>
                <c:pt idx="40">
                  <c:v>5.4627000000000002E-2</c:v>
                </c:pt>
                <c:pt idx="41">
                  <c:v>3.2807999999999997E-2</c:v>
                </c:pt>
                <c:pt idx="42">
                  <c:v>4.6455999999999997E-2</c:v>
                </c:pt>
                <c:pt idx="43">
                  <c:v>8.3929999999999994E-3</c:v>
                </c:pt>
              </c:numCache>
            </c:numRef>
          </c:xVal>
          <c:yVal>
            <c:numRef>
              <c:f>'Inbreeding parents clams'!$E$2:$E$79</c:f>
              <c:numCache>
                <c:formatCode>General</c:formatCode>
                <c:ptCount val="78"/>
                <c:pt idx="0">
                  <c:v>39.049999999999997</c:v>
                </c:pt>
                <c:pt idx="1">
                  <c:v>35.32</c:v>
                </c:pt>
                <c:pt idx="2">
                  <c:v>40.1</c:v>
                </c:pt>
                <c:pt idx="3">
                  <c:v>35.94</c:v>
                </c:pt>
                <c:pt idx="4">
                  <c:v>39.08</c:v>
                </c:pt>
                <c:pt idx="5">
                  <c:v>38.520000000000003</c:v>
                </c:pt>
                <c:pt idx="6">
                  <c:v>40.39</c:v>
                </c:pt>
                <c:pt idx="7">
                  <c:v>36.85</c:v>
                </c:pt>
                <c:pt idx="8">
                  <c:v>38.74</c:v>
                </c:pt>
                <c:pt idx="9">
                  <c:v>37.28</c:v>
                </c:pt>
                <c:pt idx="10">
                  <c:v>40.06</c:v>
                </c:pt>
                <c:pt idx="11">
                  <c:v>38.64</c:v>
                </c:pt>
                <c:pt idx="12">
                  <c:v>36.56</c:v>
                </c:pt>
                <c:pt idx="13">
                  <c:v>37.659999999999997</c:v>
                </c:pt>
                <c:pt idx="14">
                  <c:v>39.69</c:v>
                </c:pt>
                <c:pt idx="15">
                  <c:v>39.130000000000003</c:v>
                </c:pt>
                <c:pt idx="16">
                  <c:v>39.33</c:v>
                </c:pt>
                <c:pt idx="17">
                  <c:v>36.25</c:v>
                </c:pt>
                <c:pt idx="18">
                  <c:v>37.94</c:v>
                </c:pt>
                <c:pt idx="19">
                  <c:v>37.47</c:v>
                </c:pt>
                <c:pt idx="20">
                  <c:v>35.979999999999997</c:v>
                </c:pt>
                <c:pt idx="21">
                  <c:v>37.75</c:v>
                </c:pt>
                <c:pt idx="22">
                  <c:v>34.35</c:v>
                </c:pt>
                <c:pt idx="23">
                  <c:v>39.549999999999997</c:v>
                </c:pt>
                <c:pt idx="24">
                  <c:v>40.17</c:v>
                </c:pt>
                <c:pt idx="25">
                  <c:v>38.549999999999997</c:v>
                </c:pt>
                <c:pt idx="26">
                  <c:v>40.6</c:v>
                </c:pt>
                <c:pt idx="27">
                  <c:v>44.66</c:v>
                </c:pt>
                <c:pt idx="28">
                  <c:v>39.61</c:v>
                </c:pt>
                <c:pt idx="29">
                  <c:v>41.72</c:v>
                </c:pt>
                <c:pt idx="30">
                  <c:v>38.04</c:v>
                </c:pt>
                <c:pt idx="31">
                  <c:v>39.020000000000003</c:v>
                </c:pt>
                <c:pt idx="32">
                  <c:v>37.06</c:v>
                </c:pt>
                <c:pt idx="33">
                  <c:v>39.08</c:v>
                </c:pt>
                <c:pt idx="34">
                  <c:v>36.57</c:v>
                </c:pt>
                <c:pt idx="35">
                  <c:v>36.21</c:v>
                </c:pt>
                <c:pt idx="36">
                  <c:v>40.44</c:v>
                </c:pt>
                <c:pt idx="37">
                  <c:v>37.49</c:v>
                </c:pt>
                <c:pt idx="38">
                  <c:v>35.79</c:v>
                </c:pt>
                <c:pt idx="39">
                  <c:v>36.81</c:v>
                </c:pt>
                <c:pt idx="40">
                  <c:v>35.61</c:v>
                </c:pt>
                <c:pt idx="41">
                  <c:v>34.46</c:v>
                </c:pt>
                <c:pt idx="42">
                  <c:v>40.56</c:v>
                </c:pt>
                <c:pt idx="43">
                  <c:v>36.86</c:v>
                </c:pt>
                <c:pt idx="44">
                  <c:v>41.3</c:v>
                </c:pt>
                <c:pt idx="45">
                  <c:v>41.22</c:v>
                </c:pt>
                <c:pt idx="46">
                  <c:v>35.130000000000003</c:v>
                </c:pt>
                <c:pt idx="47">
                  <c:v>40.96</c:v>
                </c:pt>
                <c:pt idx="48">
                  <c:v>38.08</c:v>
                </c:pt>
                <c:pt idx="49">
                  <c:v>40.71</c:v>
                </c:pt>
                <c:pt idx="50">
                  <c:v>39.729999999999997</c:v>
                </c:pt>
                <c:pt idx="51">
                  <c:v>36.1</c:v>
                </c:pt>
                <c:pt idx="52">
                  <c:v>38.950000000000003</c:v>
                </c:pt>
                <c:pt idx="53">
                  <c:v>35</c:v>
                </c:pt>
                <c:pt idx="54">
                  <c:v>35.380000000000003</c:v>
                </c:pt>
                <c:pt idx="55">
                  <c:v>38.51</c:v>
                </c:pt>
                <c:pt idx="56">
                  <c:v>33.96</c:v>
                </c:pt>
                <c:pt idx="57">
                  <c:v>35.590000000000003</c:v>
                </c:pt>
                <c:pt idx="58">
                  <c:v>38.82</c:v>
                </c:pt>
                <c:pt idx="59">
                  <c:v>34.26</c:v>
                </c:pt>
                <c:pt idx="60">
                  <c:v>38.86</c:v>
                </c:pt>
                <c:pt idx="61">
                  <c:v>37.840000000000003</c:v>
                </c:pt>
                <c:pt idx="62">
                  <c:v>34.67</c:v>
                </c:pt>
                <c:pt idx="63">
                  <c:v>38.97</c:v>
                </c:pt>
                <c:pt idx="64">
                  <c:v>36.130000000000003</c:v>
                </c:pt>
                <c:pt idx="65">
                  <c:v>35.659999999999997</c:v>
                </c:pt>
                <c:pt idx="66">
                  <c:v>40.68</c:v>
                </c:pt>
                <c:pt idx="67">
                  <c:v>39.6</c:v>
                </c:pt>
                <c:pt idx="68">
                  <c:v>40.61</c:v>
                </c:pt>
                <c:pt idx="69">
                  <c:v>38.22</c:v>
                </c:pt>
                <c:pt idx="70">
                  <c:v>40.19</c:v>
                </c:pt>
                <c:pt idx="71">
                  <c:v>37.29</c:v>
                </c:pt>
                <c:pt idx="72">
                  <c:v>39.85</c:v>
                </c:pt>
                <c:pt idx="73">
                  <c:v>42.54</c:v>
                </c:pt>
                <c:pt idx="74">
                  <c:v>37.479999999999997</c:v>
                </c:pt>
                <c:pt idx="75">
                  <c:v>37.82</c:v>
                </c:pt>
                <c:pt idx="76">
                  <c:v>33.44</c:v>
                </c:pt>
                <c:pt idx="77">
                  <c:v>37.020000000000003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5CD-4759-A67A-8AA89C12FA93}"/>
            </c:ext>
          </c:extLst>
        </c:ser>
        <c:ser>
          <c:idx val="3"/>
          <c:order val="3"/>
          <c:tx>
            <c:v>Males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rgbClr val="00B050"/>
              </a:solidFill>
              <a:ln w="9525">
                <a:noFill/>
              </a:ln>
              <a:effectLst/>
            </c:spPr>
          </c:marker>
          <c:trendline>
            <c:spPr>
              <a:ln w="31750" cap="rnd">
                <a:solidFill>
                  <a:srgbClr val="00B050"/>
                </a:solidFill>
                <a:prstDash val="solid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14977078730424456"/>
                  <c:y val="-0.32160906969962089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1" i="0" u="none" strike="noStrike" kern="1200" baseline="0">
                      <a:solidFill>
                        <a:srgbClr val="00B05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</c:trendlineLbl>
          </c:trendline>
          <c:xVal>
            <c:numRef>
              <c:f>'Inbreeding parents clams'!$M$46:$M$87</c:f>
              <c:numCache>
                <c:formatCode>General</c:formatCode>
                <c:ptCount val="42"/>
                <c:pt idx="0">
                  <c:v>-3.2795999999999999E-2</c:v>
                </c:pt>
                <c:pt idx="1">
                  <c:v>6.5534999999999996E-2</c:v>
                </c:pt>
                <c:pt idx="2">
                  <c:v>4.8725999999999998E-2</c:v>
                </c:pt>
                <c:pt idx="3">
                  <c:v>2.9079000000000001E-2</c:v>
                </c:pt>
                <c:pt idx="4">
                  <c:v>3.6470000000000002E-2</c:v>
                </c:pt>
                <c:pt idx="5">
                  <c:v>-5.241E-3</c:v>
                </c:pt>
                <c:pt idx="6">
                  <c:v>9.4783000000000006E-2</c:v>
                </c:pt>
                <c:pt idx="7">
                  <c:v>4.1978000000000001E-2</c:v>
                </c:pt>
                <c:pt idx="8">
                  <c:v>8.3700999999999998E-2</c:v>
                </c:pt>
                <c:pt idx="9">
                  <c:v>3.9510000000000003E-2</c:v>
                </c:pt>
                <c:pt idx="10">
                  <c:v>3.9649999999999998E-2</c:v>
                </c:pt>
                <c:pt idx="11">
                  <c:v>6.9248000000000004E-2</c:v>
                </c:pt>
                <c:pt idx="12">
                  <c:v>5.3572000000000002E-2</c:v>
                </c:pt>
                <c:pt idx="13">
                  <c:v>3.6739000000000001E-2</c:v>
                </c:pt>
                <c:pt idx="14">
                  <c:v>5.4754999999999998E-2</c:v>
                </c:pt>
                <c:pt idx="15">
                  <c:v>6.7171999999999996E-2</c:v>
                </c:pt>
                <c:pt idx="16">
                  <c:v>1.6004999999999998E-2</c:v>
                </c:pt>
                <c:pt idx="17">
                  <c:v>5.5389000000000001E-2</c:v>
                </c:pt>
                <c:pt idx="18">
                  <c:v>3.2661000000000003E-2</c:v>
                </c:pt>
                <c:pt idx="19">
                  <c:v>5.6009000000000003E-2</c:v>
                </c:pt>
                <c:pt idx="20">
                  <c:v>3.0640000000000001E-2</c:v>
                </c:pt>
                <c:pt idx="21">
                  <c:v>4.4865000000000002E-2</c:v>
                </c:pt>
                <c:pt idx="22">
                  <c:v>4.8495999999999997E-2</c:v>
                </c:pt>
                <c:pt idx="23">
                  <c:v>2.4251000000000002E-2</c:v>
                </c:pt>
                <c:pt idx="24">
                  <c:v>4.2154999999999998E-2</c:v>
                </c:pt>
                <c:pt idx="25">
                  <c:v>6.3949000000000006E-2</c:v>
                </c:pt>
                <c:pt idx="26">
                  <c:v>1.5030999999999999E-2</c:v>
                </c:pt>
                <c:pt idx="27">
                  <c:v>1.8870999999999999E-2</c:v>
                </c:pt>
                <c:pt idx="28">
                  <c:v>1.9241999999999999E-2</c:v>
                </c:pt>
                <c:pt idx="29">
                  <c:v>2.2589999999999999E-2</c:v>
                </c:pt>
                <c:pt idx="30">
                  <c:v>3.1130999999999999E-2</c:v>
                </c:pt>
                <c:pt idx="31">
                  <c:v>3.8386000000000003E-2</c:v>
                </c:pt>
                <c:pt idx="32">
                  <c:v>3.2615999999999999E-2</c:v>
                </c:pt>
                <c:pt idx="33">
                  <c:v>1.0436000000000001E-2</c:v>
                </c:pt>
                <c:pt idx="34">
                  <c:v>4.0391999999999997E-2</c:v>
                </c:pt>
                <c:pt idx="35">
                  <c:v>2.2093000000000002E-2</c:v>
                </c:pt>
                <c:pt idx="36">
                  <c:v>3.1461999999999997E-2</c:v>
                </c:pt>
                <c:pt idx="37">
                  <c:v>3.0511E-2</c:v>
                </c:pt>
                <c:pt idx="38">
                  <c:v>2.6616000000000001E-2</c:v>
                </c:pt>
                <c:pt idx="39">
                  <c:v>6.4321000000000003E-2</c:v>
                </c:pt>
                <c:pt idx="40">
                  <c:v>7.8711000000000003E-2</c:v>
                </c:pt>
                <c:pt idx="41">
                  <c:v>7.0677000000000004E-2</c:v>
                </c:pt>
              </c:numCache>
            </c:numRef>
          </c:xVal>
          <c:yVal>
            <c:numRef>
              <c:f>'Inbreeding parents clams'!$E$46:$E$87</c:f>
              <c:numCache>
                <c:formatCode>General</c:formatCode>
                <c:ptCount val="42"/>
                <c:pt idx="0">
                  <c:v>41.3</c:v>
                </c:pt>
                <c:pt idx="1">
                  <c:v>41.22</c:v>
                </c:pt>
                <c:pt idx="2">
                  <c:v>35.130000000000003</c:v>
                </c:pt>
                <c:pt idx="3">
                  <c:v>40.96</c:v>
                </c:pt>
                <c:pt idx="4">
                  <c:v>38.08</c:v>
                </c:pt>
                <c:pt idx="5">
                  <c:v>40.71</c:v>
                </c:pt>
                <c:pt idx="6">
                  <c:v>39.729999999999997</c:v>
                </c:pt>
                <c:pt idx="7">
                  <c:v>36.1</c:v>
                </c:pt>
                <c:pt idx="8">
                  <c:v>38.950000000000003</c:v>
                </c:pt>
                <c:pt idx="9">
                  <c:v>35</c:v>
                </c:pt>
                <c:pt idx="10">
                  <c:v>35.380000000000003</c:v>
                </c:pt>
                <c:pt idx="11">
                  <c:v>38.51</c:v>
                </c:pt>
                <c:pt idx="12">
                  <c:v>33.96</c:v>
                </c:pt>
                <c:pt idx="13">
                  <c:v>35.590000000000003</c:v>
                </c:pt>
                <c:pt idx="14">
                  <c:v>38.82</c:v>
                </c:pt>
                <c:pt idx="15">
                  <c:v>34.26</c:v>
                </c:pt>
                <c:pt idx="16">
                  <c:v>38.86</c:v>
                </c:pt>
                <c:pt idx="17">
                  <c:v>37.840000000000003</c:v>
                </c:pt>
                <c:pt idx="18">
                  <c:v>34.67</c:v>
                </c:pt>
                <c:pt idx="19">
                  <c:v>38.97</c:v>
                </c:pt>
                <c:pt idx="20">
                  <c:v>36.130000000000003</c:v>
                </c:pt>
                <c:pt idx="21">
                  <c:v>35.659999999999997</c:v>
                </c:pt>
                <c:pt idx="22">
                  <c:v>40.68</c:v>
                </c:pt>
                <c:pt idx="23">
                  <c:v>39.6</c:v>
                </c:pt>
                <c:pt idx="24">
                  <c:v>40.61</c:v>
                </c:pt>
                <c:pt idx="25">
                  <c:v>38.22</c:v>
                </c:pt>
                <c:pt idx="26">
                  <c:v>40.19</c:v>
                </c:pt>
                <c:pt idx="27">
                  <c:v>37.29</c:v>
                </c:pt>
                <c:pt idx="28">
                  <c:v>39.85</c:v>
                </c:pt>
                <c:pt idx="29">
                  <c:v>42.54</c:v>
                </c:pt>
                <c:pt idx="30">
                  <c:v>37.479999999999997</c:v>
                </c:pt>
                <c:pt idx="31">
                  <c:v>37.82</c:v>
                </c:pt>
                <c:pt idx="32">
                  <c:v>33.44</c:v>
                </c:pt>
                <c:pt idx="33">
                  <c:v>37.020000000000003</c:v>
                </c:pt>
                <c:pt idx="34">
                  <c:v>38.04</c:v>
                </c:pt>
                <c:pt idx="35">
                  <c:v>37.229999999999997</c:v>
                </c:pt>
                <c:pt idx="36">
                  <c:v>34.86</c:v>
                </c:pt>
                <c:pt idx="37">
                  <c:v>42.07</c:v>
                </c:pt>
                <c:pt idx="38">
                  <c:v>37.700000000000003</c:v>
                </c:pt>
                <c:pt idx="39">
                  <c:v>35.79</c:v>
                </c:pt>
                <c:pt idx="40">
                  <c:v>35.92</c:v>
                </c:pt>
                <c:pt idx="41">
                  <c:v>36.25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5CD-4759-A67A-8AA89C12FA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8062240"/>
        <c:axId val="498062656"/>
      </c:scatterChart>
      <c:valAx>
        <c:axId val="498062240"/>
        <c:scaling>
          <c:orientation val="minMax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sz="2000" b="1" i="1">
                    <a:solidFill>
                      <a:sysClr val="windowText" lastClr="000000"/>
                    </a:solidFill>
                  </a:rPr>
                  <a:t>F</a:t>
                </a:r>
                <a:endParaRPr lang="es-ES" sz="2000" b="1" i="1" baseline="-25000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498062656"/>
        <c:crossesAt val="-0.25"/>
        <c:crossBetween val="midCat"/>
        <c:majorUnit val="2.5000000000000005E-2"/>
      </c:valAx>
      <c:valAx>
        <c:axId val="498062656"/>
        <c:scaling>
          <c:orientation val="minMax"/>
          <c:max val="50"/>
          <c:min val="3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sz="1800" b="1">
                    <a:solidFill>
                      <a:sysClr val="windowText" lastClr="000000"/>
                    </a:solidFill>
                  </a:rPr>
                  <a:t>Length </a:t>
                </a:r>
              </a:p>
            </c:rich>
          </c:tx>
          <c:layout>
            <c:manualLayout>
              <c:xMode val="edge"/>
              <c:yMode val="edge"/>
              <c:x val="7.3782804343523823E-3"/>
              <c:y val="0.4014248566151452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498062240"/>
        <c:crossesAt val="-0.25"/>
        <c:crossBetween val="midCat"/>
        <c:majorUnit val="5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</c:legendEntry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0.61367862855214794"/>
          <c:y val="0.14732186254495963"/>
          <c:w val="0.2347884202978954"/>
          <c:h val="0.17132837561971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52741" cy="496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2" rIns="91923" bIns="45962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9286" y="0"/>
            <a:ext cx="2952741" cy="496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2" rIns="91923" bIns="45962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50417"/>
            <a:ext cx="2952741" cy="496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2" rIns="91923" bIns="45962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9286" y="9450417"/>
            <a:ext cx="2952741" cy="496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2" rIns="91923" bIns="45962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CF66E387-41BF-449E-8C34-0FF9941832E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0890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52741" cy="496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2" rIns="91923" bIns="45962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9286" y="0"/>
            <a:ext cx="2952741" cy="496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2" rIns="91923" bIns="45962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62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009775" y="746125"/>
            <a:ext cx="2797175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2574" y="4725208"/>
            <a:ext cx="5448402" cy="4476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2" rIns="91923" bIns="459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50417"/>
            <a:ext cx="2952741" cy="496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2" rIns="91923" bIns="45962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9286" y="9450417"/>
            <a:ext cx="2952741" cy="496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2" rIns="91923" bIns="45962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48BFE541-EBCB-4468-B2A8-3D928E35536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84423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B812D0-8D3D-4888-A51D-7DB09EA3BBB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839B55-2870-4BE4-8EE3-7212AA421E1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C79DD-6172-4EA4-A3D1-38B5AC33293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75C257-3047-4601-8E36-0A0F8FE0A7B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735BD6-3EDA-49CF-A0A5-CFB228DEB38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C950BA-8025-4C1E-9370-BE2153B9073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E0E833-DD29-4651-9FC5-2BA757008DD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E7359C-17A8-4137-B424-4373278F78A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C01D10-F0A7-4945-8484-427A39DF128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54685A-EA26-462D-961C-9D87CA49783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F08EC-9324-4048-B02D-7F9D30D01A8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366184"/>
            <a:ext cx="61722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cambiar el estilo de título	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2133601"/>
            <a:ext cx="6172200" cy="6034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2900" y="8326967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867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26967"/>
            <a:ext cx="21717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867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26967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867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68A725F1-6D53-4BAB-ADB6-794CBDBBD4E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FE11-DA42-9DA1-7A51-B696BD882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/>
          <p:cNvGrpSpPr/>
          <p:nvPr/>
        </p:nvGrpSpPr>
        <p:grpSpPr>
          <a:xfrm>
            <a:off x="980728" y="1331640"/>
            <a:ext cx="4596434" cy="5623520"/>
            <a:chOff x="980728" y="1331640"/>
            <a:chExt cx="4596434" cy="5623520"/>
          </a:xfrm>
        </p:grpSpPr>
        <p:graphicFrame>
          <p:nvGraphicFramePr>
            <p:cNvPr id="14" name="Gráfico 13">
              <a:extLst>
                <a:ext uri="{FF2B5EF4-FFF2-40B4-BE49-F238E27FC236}">
                  <a16:creationId xmlns:a16="http://schemas.microsoft.com/office/drawing/2014/main" id="{00000000-0008-0000-0300-00000500000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474305778"/>
                </p:ext>
              </p:extLst>
            </p:nvPr>
          </p:nvGraphicFramePr>
          <p:xfrm>
            <a:off x="980728" y="1331640"/>
            <a:ext cx="457200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15" name="Gráfico 14">
              <a:extLst>
                <a:ext uri="{FF2B5EF4-FFF2-40B4-BE49-F238E27FC236}">
                  <a16:creationId xmlns:a16="http://schemas.microsoft.com/office/drawing/2014/main" id="{00000000-0008-0000-0300-00000500000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549487070"/>
                </p:ext>
              </p:extLst>
            </p:nvPr>
          </p:nvGraphicFramePr>
          <p:xfrm>
            <a:off x="1005162" y="4211960"/>
            <a:ext cx="457200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80896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FE11-DA42-9DA1-7A51-B696BD882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/>
          <p:cNvGrpSpPr/>
          <p:nvPr/>
        </p:nvGrpSpPr>
        <p:grpSpPr>
          <a:xfrm>
            <a:off x="1340768" y="1475656"/>
            <a:ext cx="3954780" cy="5335488"/>
            <a:chOff x="1340768" y="1475656"/>
            <a:chExt cx="3954780" cy="5335488"/>
          </a:xfrm>
        </p:grpSpPr>
        <p:graphicFrame>
          <p:nvGraphicFramePr>
            <p:cNvPr id="2" name="Gráfico 1">
              <a:extLst>
                <a:ext uri="{FF2B5EF4-FFF2-40B4-BE49-F238E27FC236}">
                  <a16:creationId xmlns:a16="http://schemas.microsoft.com/office/drawing/2014/main" id="{00000000-0008-0000-0000-00000900000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834922403"/>
                </p:ext>
              </p:extLst>
            </p:nvPr>
          </p:nvGraphicFramePr>
          <p:xfrm>
            <a:off x="1340768" y="1475656"/>
            <a:ext cx="395478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5" name="Gráfico 4">
              <a:extLst>
                <a:ext uri="{FF2B5EF4-FFF2-40B4-BE49-F238E27FC236}">
                  <a16:creationId xmlns:a16="http://schemas.microsoft.com/office/drawing/2014/main" id="{00000000-0008-0000-0000-00000900000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46021691"/>
                </p:ext>
              </p:extLst>
            </p:nvPr>
          </p:nvGraphicFramePr>
          <p:xfrm>
            <a:off x="1340768" y="4067944"/>
            <a:ext cx="395478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0866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FE11-DA42-9DA1-7A51-B696BD882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00000000-0008-0000-05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7082290"/>
              </p:ext>
            </p:extLst>
          </p:nvPr>
        </p:nvGraphicFramePr>
        <p:xfrm>
          <a:off x="346710" y="2514600"/>
          <a:ext cx="61645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3724259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4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itchFamily="18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4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itchFamily="18" charset="0"/>
            <a:cs typeface="Times New Roman" pitchFamily="18" charset="0"/>
          </a:defRPr>
        </a:defPPr>
      </a:lstStyle>
    </a:lnDef>
  </a:objectDefaults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6730</TotalTime>
  <Words>32</Words>
  <Application>Microsoft Office PowerPoint</Application>
  <PresentationFormat>Presentación en pantalla (4:3)</PresentationFormat>
  <Paragraphs>15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Times New Roman</vt:lpstr>
      <vt:lpstr>Diseño predeterminado</vt:lpstr>
      <vt:lpstr>Presentación de PowerPoint</vt:lpstr>
      <vt:lpstr>Presentación de PowerPoint</vt:lpstr>
      <vt:lpstr>Presentación de PowerPoint</vt:lpstr>
    </vt:vector>
  </TitlesOfParts>
  <Company>MGA/INIA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Jesús Fernández Martín</dc:creator>
  <cp:lastModifiedBy>Armando Caballero</cp:lastModifiedBy>
  <cp:revision>577</cp:revision>
  <dcterms:created xsi:type="dcterms:W3CDTF">2004-03-25T09:15:28Z</dcterms:created>
  <dcterms:modified xsi:type="dcterms:W3CDTF">2026-07-18T08:45:58Z</dcterms:modified>
</cp:coreProperties>
</file>